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he-IL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00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57A8AFBA-7088-7C8B-BE36-65625E9C5F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כותרת משנה 2">
            <a:extLst>
              <a:ext uri="{FF2B5EF4-FFF2-40B4-BE49-F238E27FC236}">
                <a16:creationId xmlns:a16="http://schemas.microsoft.com/office/drawing/2014/main" id="{2C09EC51-D90A-31FC-2C2B-633692862C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/>
              <a:t>לחץ כדי לערוך סגנון כותרת משנה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B7B0298E-FE5D-6A8B-C83F-33C4FB9B7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01653-02D5-4C53-A02A-C6F0F617DCCE}" type="datetimeFigureOut">
              <a:rPr lang="he-IL" smtClean="0"/>
              <a:t>ג'/כסלו/תשפ"ו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4164C4F2-476C-91AE-B841-166CF23358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2750B01D-64AF-74AB-EC62-63CB7B186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2D86F-EC32-44CB-B0D9-633EC579636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4883800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F125D292-1126-47A4-50BC-C279FD88AA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6321084C-AE24-ED3E-538B-78843D1B02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97714218-19A6-441D-16A5-351E89147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01653-02D5-4C53-A02A-C6F0F617DCCE}" type="datetimeFigureOut">
              <a:rPr lang="he-IL" smtClean="0"/>
              <a:t>ג'/כסלו/תשפ"ו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AB180626-779E-FF01-9D50-1CDBB28E4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70B08358-A1FE-B8E0-0226-3763996E0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2D86F-EC32-44CB-B0D9-633EC579636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5940951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86D0AC07-55FF-79BC-7C56-1308E707B5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2824B3D0-140C-C49A-0D3D-BA3FB7CFCC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7B62CD67-C7C7-DD05-4E03-CE3AA33056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01653-02D5-4C53-A02A-C6F0F617DCCE}" type="datetimeFigureOut">
              <a:rPr lang="he-IL" smtClean="0"/>
              <a:t>ג'/כסלו/תשפ"ו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35580B40-D4CF-E061-68BB-8D574FF3F7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6F27CBE8-CEDE-0304-F13D-A1ADC1DC5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2D86F-EC32-44CB-B0D9-633EC579636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28207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8247AC82-56F9-3201-D0B5-B31848A027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A96782FE-311D-6053-6645-90AD1CE9FD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8BBC459C-29BD-E9A6-7D99-EFE10F72B4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EE85B95E-D8CE-2627-34ED-629ECB26C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01653-02D5-4C53-A02A-C6F0F617DCCE}" type="datetimeFigureOut">
              <a:rPr lang="he-IL" smtClean="0"/>
              <a:t>ג'/כסלו/תשפ"ו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CE991385-3AC1-7070-5A28-1218EFB191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94C3D2EB-B8CF-7684-716E-2E3935C50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2D86F-EC32-44CB-B0D9-633EC579636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649382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943AE437-3A44-DDA8-BE90-6ADECA98B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E98C9ADE-B0FE-4ACB-16C3-ECC730AEC4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D8D9D33F-FD59-FE93-6266-5FE19805AA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טקסט 4">
            <a:extLst>
              <a:ext uri="{FF2B5EF4-FFF2-40B4-BE49-F238E27FC236}">
                <a16:creationId xmlns:a16="http://schemas.microsoft.com/office/drawing/2014/main" id="{E21867A1-2538-C2CD-F60F-92A9D1DBE03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מציין מיקום תוכן 5">
            <a:extLst>
              <a:ext uri="{FF2B5EF4-FFF2-40B4-BE49-F238E27FC236}">
                <a16:creationId xmlns:a16="http://schemas.microsoft.com/office/drawing/2014/main" id="{121225BE-8C93-15F2-0243-C8EE08A37C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7" name="מציין מיקום של תאריך 6">
            <a:extLst>
              <a:ext uri="{FF2B5EF4-FFF2-40B4-BE49-F238E27FC236}">
                <a16:creationId xmlns:a16="http://schemas.microsoft.com/office/drawing/2014/main" id="{32970F37-4047-A441-6619-55539DC9B4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01653-02D5-4C53-A02A-C6F0F617DCCE}" type="datetimeFigureOut">
              <a:rPr lang="he-IL" smtClean="0"/>
              <a:t>ג'/כסלו/תשפ"ו</a:t>
            </a:fld>
            <a:endParaRPr lang="he-IL"/>
          </a:p>
        </p:txBody>
      </p:sp>
      <p:sp>
        <p:nvSpPr>
          <p:cNvPr id="8" name="מציין מיקום של כותרת תחתונה 7">
            <a:extLst>
              <a:ext uri="{FF2B5EF4-FFF2-40B4-BE49-F238E27FC236}">
                <a16:creationId xmlns:a16="http://schemas.microsoft.com/office/drawing/2014/main" id="{173C1119-9055-1A1A-0A1E-7E87F8945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מציין מיקום של מספר שקופית 8">
            <a:extLst>
              <a:ext uri="{FF2B5EF4-FFF2-40B4-BE49-F238E27FC236}">
                <a16:creationId xmlns:a16="http://schemas.microsoft.com/office/drawing/2014/main" id="{5343C008-A864-05F5-29D1-D00EE4126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2D86F-EC32-44CB-B0D9-633EC579636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53006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669BAC72-12F2-FFE6-268B-4F861C7165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אריך 2">
            <a:extLst>
              <a:ext uri="{FF2B5EF4-FFF2-40B4-BE49-F238E27FC236}">
                <a16:creationId xmlns:a16="http://schemas.microsoft.com/office/drawing/2014/main" id="{7552BCB5-D095-06B3-DA1E-600E8C32CE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01653-02D5-4C53-A02A-C6F0F617DCCE}" type="datetimeFigureOut">
              <a:rPr lang="he-IL" smtClean="0"/>
              <a:t>ג'/כסלו/תשפ"ו</a:t>
            </a:fld>
            <a:endParaRPr lang="he-IL"/>
          </a:p>
        </p:txBody>
      </p:sp>
      <p:sp>
        <p:nvSpPr>
          <p:cNvPr id="4" name="מציין מיקום של כותרת תחתונה 3">
            <a:extLst>
              <a:ext uri="{FF2B5EF4-FFF2-40B4-BE49-F238E27FC236}">
                <a16:creationId xmlns:a16="http://schemas.microsoft.com/office/drawing/2014/main" id="{6C11466E-A86E-E3BE-AD75-C28A878E97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מציין מיקום של מספר שקופית 4">
            <a:extLst>
              <a:ext uri="{FF2B5EF4-FFF2-40B4-BE49-F238E27FC236}">
                <a16:creationId xmlns:a16="http://schemas.microsoft.com/office/drawing/2014/main" id="{927C0532-96AC-58E5-89B8-4600192F36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2D86F-EC32-44CB-B0D9-633EC579636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1781876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D28C995C-08BA-C887-0B67-1B78F5ADAF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01653-02D5-4C53-A02A-C6F0F617DCCE}" type="datetimeFigureOut">
              <a:rPr lang="he-IL" smtClean="0"/>
              <a:t>ג'/כסלו/תשפ"ו</a:t>
            </a:fld>
            <a:endParaRPr lang="he-IL"/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54AA4231-0893-71DB-9271-3ED55BDD9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BDB35C48-8E84-AF4F-4B5C-C69685041C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2D86F-EC32-44CB-B0D9-633EC579636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551172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A9FD9C10-FF81-5E78-013C-6FA7494597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23A1CDEF-9E3B-43F0-D509-21FF90867F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ECACF7DA-F40D-CCD2-CCDA-6848B0834A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C46A1FF2-8E70-F542-92BA-7D55AF4B8D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01653-02D5-4C53-A02A-C6F0F617DCCE}" type="datetimeFigureOut">
              <a:rPr lang="he-IL" smtClean="0"/>
              <a:t>ג'/כסלו/תשפ"ו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E03A3D3C-2D9A-C5B4-60BA-267810501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2D4ADD58-19E6-7360-C416-E2007B14F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2D86F-EC32-44CB-B0D9-633EC579636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392298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D67E4DF3-E4C2-1E13-7CF9-FB459D75B4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מונה 2">
            <a:extLst>
              <a:ext uri="{FF2B5EF4-FFF2-40B4-BE49-F238E27FC236}">
                <a16:creationId xmlns:a16="http://schemas.microsoft.com/office/drawing/2014/main" id="{F956F8A2-BE0C-804C-CAAC-F8580909E5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DAC6F62E-B265-366B-574C-295E118CDD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3905D115-63C5-C4A3-32D3-DFD5281BA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01653-02D5-4C53-A02A-C6F0F617DCCE}" type="datetimeFigureOut">
              <a:rPr lang="he-IL" smtClean="0"/>
              <a:t>ג'/כסלו/תשפ"ו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8C2594F9-F024-6E1E-B9D1-8B118CEDA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B734D54A-0DC7-C16D-904F-DBE08F2E6A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2D86F-EC32-44CB-B0D9-633EC579636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85766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FB005543-51D3-06A8-3A1F-E0F6B40EA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846AD672-FBAF-CFC5-B16E-3D99BB1FE3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D1C5D88B-DA29-3B73-76F6-84F9E48261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01653-02D5-4C53-A02A-C6F0F617DCCE}" type="datetimeFigureOut">
              <a:rPr lang="he-IL" smtClean="0"/>
              <a:t>ג'/כסלו/תשפ"ו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F4EC37B8-F9EE-E52D-06B4-420F335589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880E960E-4A65-60D8-A63D-77FDA2803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2D86F-EC32-44CB-B0D9-633EC579636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618938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אנכית 1">
            <a:extLst>
              <a:ext uri="{FF2B5EF4-FFF2-40B4-BE49-F238E27FC236}">
                <a16:creationId xmlns:a16="http://schemas.microsoft.com/office/drawing/2014/main" id="{4B20A933-1FDA-7438-3A76-F491518C63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A7D51EC2-CE46-29AB-57BA-FD7B196261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5E653765-EB38-88CC-A771-EBAA452F5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01653-02D5-4C53-A02A-C6F0F617DCCE}" type="datetimeFigureOut">
              <a:rPr lang="he-IL" smtClean="0"/>
              <a:t>ג'/כסלו/תשפ"ו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3671B91C-C90F-958E-7EFA-915C3AD669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3B21BDC7-AC30-A54C-4D2B-FC5F0705C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2D86F-EC32-44CB-B0D9-633EC579636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7699981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1">
            <a:extLst>
              <a:ext uri="{FF2B5EF4-FFF2-40B4-BE49-F238E27FC236}">
                <a16:creationId xmlns:a16="http://schemas.microsoft.com/office/drawing/2014/main" id="{C393E0F2-FA29-7F37-7591-5124C2259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1" anchor="ctr">
            <a:normAutofit/>
          </a:bodyPr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43035EEE-9E14-74E3-9302-7CF45A20F4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19BA005A-49BD-0797-C164-363BDB6126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B01653-02D5-4C53-A02A-C6F0F617DCCE}" type="datetimeFigureOut">
              <a:rPr lang="he-IL" smtClean="0"/>
              <a:t>ג'/כסלו/תשפ"ו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5A5735D5-D825-E403-FA55-5D9F55574A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FF010DF5-2623-03B2-F436-4AB1E50466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32D86F-EC32-44CB-B0D9-633EC579636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986965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1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r" defTabSz="914400" rtl="1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מלבן 3">
            <a:extLst>
              <a:ext uri="{FF2B5EF4-FFF2-40B4-BE49-F238E27FC236}">
                <a16:creationId xmlns:a16="http://schemas.microsoft.com/office/drawing/2014/main" id="{CFC76610-F105-6A24-8441-489346F7FC79}"/>
              </a:ext>
            </a:extLst>
          </p:cNvPr>
          <p:cNvSpPr/>
          <p:nvPr/>
        </p:nvSpPr>
        <p:spPr>
          <a:xfrm>
            <a:off x="2752344" y="188912"/>
            <a:ext cx="1527048" cy="8108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he-IL" dirty="0"/>
              <a:t>גלריה</a:t>
            </a:r>
          </a:p>
        </p:txBody>
      </p:sp>
      <p:sp>
        <p:nvSpPr>
          <p:cNvPr id="5" name="מלבן 4">
            <a:extLst>
              <a:ext uri="{FF2B5EF4-FFF2-40B4-BE49-F238E27FC236}">
                <a16:creationId xmlns:a16="http://schemas.microsoft.com/office/drawing/2014/main" id="{9DF88791-75BB-35DD-8D4F-F9F03817D550}"/>
              </a:ext>
            </a:extLst>
          </p:cNvPr>
          <p:cNvSpPr/>
          <p:nvPr/>
        </p:nvSpPr>
        <p:spPr>
          <a:xfrm>
            <a:off x="5638800" y="188912"/>
            <a:ext cx="1527048" cy="8108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he-IL" dirty="0"/>
              <a:t>אודות</a:t>
            </a:r>
          </a:p>
        </p:txBody>
      </p:sp>
      <p:sp>
        <p:nvSpPr>
          <p:cNvPr id="6" name="מלבן 5">
            <a:extLst>
              <a:ext uri="{FF2B5EF4-FFF2-40B4-BE49-F238E27FC236}">
                <a16:creationId xmlns:a16="http://schemas.microsoft.com/office/drawing/2014/main" id="{8A6B38CE-A87A-07BC-EFAA-A6E9008C5D3D}"/>
              </a:ext>
            </a:extLst>
          </p:cNvPr>
          <p:cNvSpPr/>
          <p:nvPr/>
        </p:nvSpPr>
        <p:spPr>
          <a:xfrm>
            <a:off x="9339072" y="170624"/>
            <a:ext cx="1527048" cy="8108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he-IL" dirty="0"/>
              <a:t>דף הבית</a:t>
            </a:r>
          </a:p>
        </p:txBody>
      </p:sp>
      <p:sp>
        <p:nvSpPr>
          <p:cNvPr id="7" name="מלבן 6">
            <a:extLst>
              <a:ext uri="{FF2B5EF4-FFF2-40B4-BE49-F238E27FC236}">
                <a16:creationId xmlns:a16="http://schemas.microsoft.com/office/drawing/2014/main" id="{0E2D3C5E-7F57-134D-652D-6E49644D58F4}"/>
              </a:ext>
            </a:extLst>
          </p:cNvPr>
          <p:cNvSpPr/>
          <p:nvPr/>
        </p:nvSpPr>
        <p:spPr>
          <a:xfrm>
            <a:off x="2752344" y="1231488"/>
            <a:ext cx="1527048" cy="8108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he-IL" dirty="0"/>
              <a:t>חיפוש</a:t>
            </a:r>
          </a:p>
        </p:txBody>
      </p:sp>
      <p:sp>
        <p:nvSpPr>
          <p:cNvPr id="8" name="מלבן 7">
            <a:extLst>
              <a:ext uri="{FF2B5EF4-FFF2-40B4-BE49-F238E27FC236}">
                <a16:creationId xmlns:a16="http://schemas.microsoft.com/office/drawing/2014/main" id="{2D0E96EE-EE64-1FB6-BEEA-E1291655CF77}"/>
              </a:ext>
            </a:extLst>
          </p:cNvPr>
          <p:cNvSpPr/>
          <p:nvPr/>
        </p:nvSpPr>
        <p:spPr>
          <a:xfrm>
            <a:off x="8302752" y="1097280"/>
            <a:ext cx="1527048" cy="8108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he-IL" dirty="0"/>
              <a:t>כניסה</a:t>
            </a:r>
          </a:p>
        </p:txBody>
      </p:sp>
      <p:sp>
        <p:nvSpPr>
          <p:cNvPr id="9" name="מלבן 8">
            <a:extLst>
              <a:ext uri="{FF2B5EF4-FFF2-40B4-BE49-F238E27FC236}">
                <a16:creationId xmlns:a16="http://schemas.microsoft.com/office/drawing/2014/main" id="{7FA95C45-F107-F98A-D2AE-BF03AA96DEAD}"/>
              </a:ext>
            </a:extLst>
          </p:cNvPr>
          <p:cNvSpPr/>
          <p:nvPr/>
        </p:nvSpPr>
        <p:spPr>
          <a:xfrm>
            <a:off x="647700" y="1951072"/>
            <a:ext cx="1527048" cy="8108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he-IL" dirty="0"/>
              <a:t>יציאה</a:t>
            </a:r>
          </a:p>
        </p:txBody>
      </p:sp>
      <p:sp>
        <p:nvSpPr>
          <p:cNvPr id="10" name="מלבן 9">
            <a:extLst>
              <a:ext uri="{FF2B5EF4-FFF2-40B4-BE49-F238E27FC236}">
                <a16:creationId xmlns:a16="http://schemas.microsoft.com/office/drawing/2014/main" id="{F5A0B4D1-989E-B9A7-BC06-872AE9E82A13}"/>
              </a:ext>
            </a:extLst>
          </p:cNvPr>
          <p:cNvSpPr/>
          <p:nvPr/>
        </p:nvSpPr>
        <p:spPr>
          <a:xfrm>
            <a:off x="5434584" y="1097280"/>
            <a:ext cx="1527048" cy="8108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he-IL" dirty="0"/>
              <a:t>מנהל</a:t>
            </a:r>
          </a:p>
        </p:txBody>
      </p:sp>
      <p:sp>
        <p:nvSpPr>
          <p:cNvPr id="13" name="מלבן 12">
            <a:extLst>
              <a:ext uri="{FF2B5EF4-FFF2-40B4-BE49-F238E27FC236}">
                <a16:creationId xmlns:a16="http://schemas.microsoft.com/office/drawing/2014/main" id="{61230DD8-9834-DB17-7756-71ECAA88B4C8}"/>
              </a:ext>
            </a:extLst>
          </p:cNvPr>
          <p:cNvSpPr/>
          <p:nvPr/>
        </p:nvSpPr>
        <p:spPr>
          <a:xfrm>
            <a:off x="256032" y="219456"/>
            <a:ext cx="1527048" cy="8108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he-IL" dirty="0"/>
              <a:t>הרשמה</a:t>
            </a:r>
          </a:p>
        </p:txBody>
      </p:sp>
      <p:sp>
        <p:nvSpPr>
          <p:cNvPr id="15" name="מלבן 14">
            <a:extLst>
              <a:ext uri="{FF2B5EF4-FFF2-40B4-BE49-F238E27FC236}">
                <a16:creationId xmlns:a16="http://schemas.microsoft.com/office/drawing/2014/main" id="{C346844E-B3A0-6BAD-6F8F-FCDE563B1C3E}"/>
              </a:ext>
            </a:extLst>
          </p:cNvPr>
          <p:cNvSpPr/>
          <p:nvPr/>
        </p:nvSpPr>
        <p:spPr>
          <a:xfrm>
            <a:off x="647700" y="1231488"/>
            <a:ext cx="1527048" cy="8108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he-IL" dirty="0"/>
              <a:t>עדכון פרטים</a:t>
            </a:r>
          </a:p>
        </p:txBody>
      </p:sp>
    </p:spTree>
    <p:extLst>
      <p:ext uri="{BB962C8B-B14F-4D97-AF65-F5344CB8AC3E}">
        <p14:creationId xmlns:p14="http://schemas.microsoft.com/office/powerpoint/2010/main" val="2088980456"/>
      </p:ext>
    </p:extLst>
  </p:cSld>
  <p:clrMapOvr>
    <a:masterClrMapping/>
  </p:clrMapOvr>
</p:sld>
</file>

<file path=ppt/theme/theme1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11</Words>
  <Application>Microsoft Office PowerPoint</Application>
  <PresentationFormat>מסך רחב</PresentationFormat>
  <Paragraphs>9</Paragraphs>
  <Slides>1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ערכת נושא Office</vt:lpstr>
      <vt:lpstr>מצגת של PowerPoint‏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1</cp:revision>
  <dcterms:created xsi:type="dcterms:W3CDTF">2025-11-23T12:35:24Z</dcterms:created>
  <dcterms:modified xsi:type="dcterms:W3CDTF">2025-11-23T12:59:21Z</dcterms:modified>
</cp:coreProperties>
</file>