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A8AFBA-7088-7C8B-BE36-65625E9C5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C09EC51-D90A-31FC-2C2B-633692862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B0298E-FE5D-6A8B-C83F-33C4FB9B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164C4F2-476C-91AE-B841-166CF233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50B01D-64AF-74AB-EC62-63CB7B18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83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25D292-1126-47A4-50BC-C279FD88A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321084C-AE24-ED3E-538B-78843D1B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714218-19A6-441D-16A5-351E8914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B180626-779E-FF01-9D50-1CDBB28E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0B08358-A1FE-B8E0-0226-3763996E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409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D0AC07-55FF-79BC-7C56-1308E707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824B3D0-140C-C49A-0D3D-BA3FB7CFC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B62CD67-C7C7-DD05-4E03-CE3AA330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5580B40-D4CF-E061-68BB-8D574FF3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27CBE8-CEDE-0304-F13D-A1ADC1DC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82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247AC82-56F9-3201-D0B5-B31848A0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96782FE-311D-6053-6645-90AD1CE9F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BBC459C-29BD-E9A6-7D99-EFE10F72B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E85B95E-D8CE-2627-34ED-629ECB26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E991385-3AC1-7070-5A28-1218EFB1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4C3D2EB-B8CF-7684-716E-2E3935C5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493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3AE437-3A44-DDA8-BE90-6ADECA98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98C9ADE-B0FE-4ACB-16C3-ECC730AEC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8D9D33F-FD59-FE93-6266-5FE19805A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21867A1-2538-C2CD-F60F-92A9D1DBE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121225BE-8C93-15F2-0243-C8EE08A37C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2970F37-4047-A441-6619-55539DC9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73C1119-9055-1A1A-0A1E-7E87F894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343C008-A864-05F5-29D1-D00EE4126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0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9BAC72-12F2-FFE6-268B-4F861C71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552BCB5-D095-06B3-DA1E-600E8C32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C11466E-A86E-E3BE-AD75-C28A878E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27C0532-96AC-58E5-89B8-4600192F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818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28C995C-08BA-C887-0B67-1B78F5AD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4AA4231-0893-71DB-9271-3ED55BDD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DB35C48-8E84-AF4F-4B5C-C6968504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117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FD9C10-FF81-5E78-013C-6FA74945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A1CDEF-9E3B-43F0-D509-21FF90867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CACF7DA-F40D-CCD2-CCDA-6848B0834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46A1FF2-8E70-F542-92BA-7D55AF4B8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03A3D3C-2D9A-C5B4-60BA-26781050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D4ADD58-19E6-7360-C416-E2007B14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9229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67E4DF3-E4C2-1E13-7CF9-FB459D75B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956F8A2-BE0C-804C-CAAC-F8580909E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AC6F62E-B265-366B-574C-295E118C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905D115-63C5-C4A3-32D3-DFD5281BA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C2594F9-F024-6E1E-B9D1-8B118CED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734D54A-0DC7-C16D-904F-DBE08F2E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766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005543-51D3-06A8-3A1F-E0F6B40E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46AD672-FBAF-CFC5-B16E-3D99BB1FE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1C5D88B-DA29-3B73-76F6-84F9E482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4EC37B8-F9EE-E52D-06B4-420F3355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80E960E-4A65-60D8-A63D-77FDA280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189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B20A933-1FDA-7438-3A76-F491518C6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7D51EC2-CE46-29AB-57BA-FD7B19626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E653765-EB38-88CC-A771-EBAA452F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71B91C-C90F-958E-7EFA-915C3AD6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B21BDC7-AC30-A54C-4D2B-FC5F0705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999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393E0F2-FA29-7F37-7591-5124C225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3035EEE-9E14-74E3-9302-7CF45A20F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9BA005A-49BD-0797-C164-363BDB612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01653-02D5-4C53-A02A-C6F0F617DCCE}" type="datetimeFigureOut">
              <a:rPr lang="he-IL" smtClean="0"/>
              <a:t>ח'/סיון/תשפ"ו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A5735D5-D825-E403-FA55-5D9F55574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F010DF5-2623-03B2-F436-4AB1E5046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2D86F-EC32-44CB-B0D9-633EC579636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696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CFC76610-F105-6A24-8441-489346F7FC79}"/>
              </a:ext>
            </a:extLst>
          </p:cNvPr>
          <p:cNvSpPr/>
          <p:nvPr/>
        </p:nvSpPr>
        <p:spPr>
          <a:xfrm>
            <a:off x="2752344" y="188912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גלריה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DF88791-75BB-35DD-8D4F-F9F03817D550}"/>
              </a:ext>
            </a:extLst>
          </p:cNvPr>
          <p:cNvSpPr/>
          <p:nvPr/>
        </p:nvSpPr>
        <p:spPr>
          <a:xfrm>
            <a:off x="5638800" y="188912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אודות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A6B38CE-A87A-07BC-EFAA-A6E9008C5D3D}"/>
              </a:ext>
            </a:extLst>
          </p:cNvPr>
          <p:cNvSpPr/>
          <p:nvPr/>
        </p:nvSpPr>
        <p:spPr>
          <a:xfrm>
            <a:off x="9339072" y="170624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דף הבית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0E2D3C5E-7F57-134D-652D-6E49644D58F4}"/>
              </a:ext>
            </a:extLst>
          </p:cNvPr>
          <p:cNvSpPr/>
          <p:nvPr/>
        </p:nvSpPr>
        <p:spPr>
          <a:xfrm>
            <a:off x="2752344" y="1231488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חיפוש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D0E96EE-EE64-1FB6-BEEA-E1291655CF77}"/>
              </a:ext>
            </a:extLst>
          </p:cNvPr>
          <p:cNvSpPr/>
          <p:nvPr/>
        </p:nvSpPr>
        <p:spPr>
          <a:xfrm>
            <a:off x="8302752" y="1097280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כניסה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FA95C45-F107-F98A-D2AE-BF03AA96DEAD}"/>
              </a:ext>
            </a:extLst>
          </p:cNvPr>
          <p:cNvSpPr/>
          <p:nvPr/>
        </p:nvSpPr>
        <p:spPr>
          <a:xfrm>
            <a:off x="647700" y="1951072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יציאה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F5A0B4D1-989E-B9A7-BC06-872AE9E82A13}"/>
              </a:ext>
            </a:extLst>
          </p:cNvPr>
          <p:cNvSpPr/>
          <p:nvPr/>
        </p:nvSpPr>
        <p:spPr>
          <a:xfrm>
            <a:off x="5434584" y="1097280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מנהל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61230DD8-9834-DB17-7756-71ECAA88B4C8}"/>
              </a:ext>
            </a:extLst>
          </p:cNvPr>
          <p:cNvSpPr/>
          <p:nvPr/>
        </p:nvSpPr>
        <p:spPr>
          <a:xfrm>
            <a:off x="256032" y="219456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הרשמה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C346844E-B3A0-6BAD-6F8F-FCDE563B1C3E}"/>
              </a:ext>
            </a:extLst>
          </p:cNvPr>
          <p:cNvSpPr/>
          <p:nvPr/>
        </p:nvSpPr>
        <p:spPr>
          <a:xfrm>
            <a:off x="647700" y="1231488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עדכון פרטים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13E9C1D-C2CD-60FF-A53A-7E67A50B89A8}"/>
              </a:ext>
            </a:extLst>
          </p:cNvPr>
          <p:cNvSpPr/>
          <p:nvPr/>
        </p:nvSpPr>
        <p:spPr>
          <a:xfrm>
            <a:off x="8193024" y="2164080"/>
            <a:ext cx="1912620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הכנסת מקום אימוץ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95E2C98F-1743-60E0-A570-34CF620C143E}"/>
              </a:ext>
            </a:extLst>
          </p:cNvPr>
          <p:cNvSpPr/>
          <p:nvPr/>
        </p:nvSpPr>
        <p:spPr>
          <a:xfrm>
            <a:off x="8464296" y="3048033"/>
            <a:ext cx="1527048" cy="8108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/>
              <a:t>מקומות אימוץ</a:t>
            </a:r>
          </a:p>
        </p:txBody>
      </p:sp>
    </p:spTree>
    <p:extLst>
      <p:ext uri="{BB962C8B-B14F-4D97-AF65-F5344CB8AC3E}">
        <p14:creationId xmlns:p14="http://schemas.microsoft.com/office/powerpoint/2010/main" val="208898045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16</Words>
  <Application>Microsoft Office PowerPoint</Application>
  <PresentationFormat>מסך רחב</PresentationFormat>
  <Paragraphs>11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2025-11-23T12:35:24Z</dcterms:created>
  <dcterms:modified xsi:type="dcterms:W3CDTF">2026-05-24T13:03:04Z</dcterms:modified>
</cp:coreProperties>
</file>